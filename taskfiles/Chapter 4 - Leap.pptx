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8" r:id="rId2"/>
    <p:sldId id="259" r:id="rId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5"/>
      <p:bold r:id="rId6"/>
      <p:italic r:id="rId7"/>
      <p:boldItalic r:id="rId8"/>
    </p:embeddedFont>
    <p:embeddedFont>
      <p:font typeface="Roboto Slab" pitchFamily="2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0" y="6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d5d3f108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2d5d3f108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2d5d3f108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2d5d3f108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4: LEAP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Prototyping a Shared Experience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Good prototypes tell a story.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Storyboarding a Service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Services are prototyped using other methods.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Getting on Board with Experimentation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Defer judgment long enough to let an idea evolve.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4: LEAP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Launch to Learn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Successful companies of every size embrace experimentation in order to stay ahead of disruptive trends and lead market change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Creating Infectious Action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combination of well-planned minimal actions generates noteworthy effects.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Experimenting Your Way to Success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Whether your resources are abundant or scarce, embracing experimentation can help fuel the fires of innovation.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On-screen Show (16:9)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Roboto Slab</vt:lpstr>
      <vt:lpstr>Roboto</vt:lpstr>
      <vt:lpstr>Marina</vt:lpstr>
      <vt:lpstr>Chapter 4: LEAP</vt:lpstr>
      <vt:lpstr>Chapter 4: LEAP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4: LEAP</dc:title>
  <dc:creator>Microsoft Account</dc:creator>
  <cp:lastModifiedBy>Microsoft Account</cp:lastModifiedBy>
  <cp:revision>1</cp:revision>
  <dcterms:modified xsi:type="dcterms:W3CDTF">2025-02-06T00:22:11Z</dcterms:modified>
</cp:coreProperties>
</file>